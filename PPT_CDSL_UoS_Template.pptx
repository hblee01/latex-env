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42" r:id="rId2"/>
    <p:sldId id="517" r:id="rId3"/>
  </p:sldIdLst>
  <p:sldSz cx="9144000" cy="6858000" type="screen4x3"/>
  <p:notesSz cx="9934575" cy="6802438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CMU Sans Serif" panose="02000603000000000000" pitchFamily="2" charset="0"/>
      <p:regular r:id="rId10"/>
      <p:bold r:id="rId11"/>
      <p:italic r:id="rId12"/>
      <p:boldItalic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3" userDrawn="1">
          <p15:clr>
            <a:srgbClr val="A4A3A4"/>
          </p15:clr>
        </p15:guide>
        <p15:guide id="2" pos="312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1691A2"/>
    <a:srgbClr val="0000CC"/>
    <a:srgbClr val="BC0A9A"/>
    <a:srgbClr val="000099"/>
    <a:srgbClr val="06E861"/>
    <a:srgbClr val="E8F4F8"/>
    <a:srgbClr val="006600"/>
    <a:srgbClr val="1255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49" autoAdjust="0"/>
    <p:restoredTop sz="91429" autoAdjust="0"/>
  </p:normalViewPr>
  <p:slideViewPr>
    <p:cSldViewPr>
      <p:cViewPr varScale="1">
        <p:scale>
          <a:sx n="68" d="100"/>
          <a:sy n="68" d="100"/>
        </p:scale>
        <p:origin x="1436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" y="1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1690" y="58"/>
      </p:cViewPr>
      <p:guideLst>
        <p:guide orient="horz" pos="2143"/>
        <p:guide pos="3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4984" cy="340011"/>
          </a:xfrm>
          <a:prstGeom prst="rect">
            <a:avLst/>
          </a:prstGeom>
        </p:spPr>
        <p:txBody>
          <a:bodyPr vert="horz" lIns="91499" tIns="45749" rIns="91499" bIns="4574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7294" y="1"/>
            <a:ext cx="4304984" cy="340011"/>
          </a:xfrm>
          <a:prstGeom prst="rect">
            <a:avLst/>
          </a:prstGeom>
        </p:spPr>
        <p:txBody>
          <a:bodyPr vert="horz" lIns="91499" tIns="45749" rIns="91499" bIns="45749" rtlCol="0"/>
          <a:lstStyle>
            <a:lvl1pPr algn="r">
              <a:defRPr sz="1200"/>
            </a:lvl1pPr>
          </a:lstStyle>
          <a:p>
            <a:fld id="{D8302164-FA6A-45A1-B2DC-2A0619554C3A}" type="datetimeFigureOut">
              <a:rPr lang="ko-KR" altLang="en-US" smtClean="0"/>
              <a:t>2023-09-20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61313"/>
            <a:ext cx="4304984" cy="340011"/>
          </a:xfrm>
          <a:prstGeom prst="rect">
            <a:avLst/>
          </a:prstGeom>
        </p:spPr>
        <p:txBody>
          <a:bodyPr vert="horz" lIns="91499" tIns="45749" rIns="91499" bIns="4574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7294" y="6461313"/>
            <a:ext cx="4304984" cy="340011"/>
          </a:xfrm>
          <a:prstGeom prst="rect">
            <a:avLst/>
          </a:prstGeom>
        </p:spPr>
        <p:txBody>
          <a:bodyPr vert="horz" lIns="91499" tIns="45749" rIns="91499" bIns="45749" rtlCol="0" anchor="b"/>
          <a:lstStyle>
            <a:lvl1pPr algn="r">
              <a:defRPr sz="1200"/>
            </a:lvl1pPr>
          </a:lstStyle>
          <a:p>
            <a:fld id="{A700ACD3-D5D5-4CB1-815E-92DAF73A9FB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81086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4984" cy="340122"/>
          </a:xfrm>
          <a:prstGeom prst="rect">
            <a:avLst/>
          </a:prstGeom>
        </p:spPr>
        <p:txBody>
          <a:bodyPr vert="horz" lIns="91499" tIns="45749" rIns="91499" bIns="4574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7295" y="0"/>
            <a:ext cx="4304984" cy="340122"/>
          </a:xfrm>
          <a:prstGeom prst="rect">
            <a:avLst/>
          </a:prstGeom>
        </p:spPr>
        <p:txBody>
          <a:bodyPr vert="horz" lIns="91499" tIns="45749" rIns="91499" bIns="45749" rtlCol="0"/>
          <a:lstStyle>
            <a:lvl1pPr algn="r">
              <a:defRPr sz="1200"/>
            </a:lvl1pPr>
          </a:lstStyle>
          <a:p>
            <a:fld id="{A9CC623A-1B6F-4E66-A443-003C26D56E00}" type="datetimeFigureOut">
              <a:rPr lang="ko-KR" altLang="en-US" smtClean="0"/>
              <a:t>2023-09-20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65488" y="509588"/>
            <a:ext cx="3403600" cy="2552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99" tIns="45749" rIns="91499" bIns="4574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460" y="3231159"/>
            <a:ext cx="7947660" cy="3061097"/>
          </a:xfrm>
          <a:prstGeom prst="rect">
            <a:avLst/>
          </a:prstGeom>
        </p:spPr>
        <p:txBody>
          <a:bodyPr vert="horz" lIns="91499" tIns="45749" rIns="91499" bIns="4574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1136"/>
            <a:ext cx="4304984" cy="340122"/>
          </a:xfrm>
          <a:prstGeom prst="rect">
            <a:avLst/>
          </a:prstGeom>
        </p:spPr>
        <p:txBody>
          <a:bodyPr vert="horz" lIns="91499" tIns="45749" rIns="91499" bIns="4574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7295" y="6461136"/>
            <a:ext cx="4304984" cy="340122"/>
          </a:xfrm>
          <a:prstGeom prst="rect">
            <a:avLst/>
          </a:prstGeom>
        </p:spPr>
        <p:txBody>
          <a:bodyPr vert="horz" lIns="91499" tIns="45749" rIns="91499" bIns="45749" rtlCol="0" anchor="b"/>
          <a:lstStyle>
            <a:lvl1pPr algn="r">
              <a:defRPr sz="1200"/>
            </a:lvl1pPr>
          </a:lstStyle>
          <a:p>
            <a:fld id="{76C0B3EB-18F1-42DF-860C-7D59FBB5188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5516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0B3EB-18F1-42DF-860C-7D59FBB5188E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8394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681930" y="1274960"/>
            <a:ext cx="7772400" cy="1470025"/>
          </a:xfrm>
        </p:spPr>
        <p:txBody>
          <a:bodyPr/>
          <a:lstStyle>
            <a:lvl1pPr>
              <a:defRPr>
                <a:solidFill>
                  <a:srgbClr val="000099"/>
                </a:solidFill>
                <a:latin typeface="+mn-lt"/>
                <a:cs typeface="CMU Sans Serif" panose="02000603000000000000" pitchFamily="2" charset="0"/>
              </a:defRPr>
            </a:lvl1pPr>
          </a:lstStyle>
          <a:p>
            <a:r>
              <a:rPr lang="en-US" altLang="ko-KR" dirty="0"/>
              <a:t>Edit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67730" y="3122934"/>
            <a:ext cx="6400800" cy="175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CMU Sans Serif" panose="02000603000000000000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1028" name="Picture 4" descr="서울시립대학교 로고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5434405"/>
            <a:ext cx="2808312" cy="79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i0.wp.com/post.cdsl.kr/wp-content/uploads/2018/02/CDSL_s2-300x137.png?resize=300%2C13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358785"/>
            <a:ext cx="1979672" cy="90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58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 슬라이드 PG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D5D18CF5-47C4-46A2-B831-A8E92152496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B01BD7B-ED4C-42CC-8620-07C636336A6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7504" y="116632"/>
            <a:ext cx="8754390" cy="42838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noAutofit/>
          </a:bodyPr>
          <a:lstStyle>
            <a:lvl1pPr algn="l">
              <a:defRPr sz="280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9088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18CF5-47C4-46A2-B831-A8E92152496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3782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0" y="1124744"/>
            <a:ext cx="9144000" cy="1470025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2800" b="1" dirty="0" err="1"/>
              <a:t>CDSL@UoS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PPT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Templates</a:t>
            </a:r>
            <a:endParaRPr lang="ko-KR" altLang="en-US" sz="2800" b="1" dirty="0"/>
          </a:p>
        </p:txBody>
      </p:sp>
      <p:sp>
        <p:nvSpPr>
          <p:cNvPr id="6" name="부제목 5"/>
          <p:cNvSpPr>
            <a:spLocks noGrp="1"/>
          </p:cNvSpPr>
          <p:nvPr>
            <p:ph type="subTitle" idx="1"/>
          </p:nvPr>
        </p:nvSpPr>
        <p:spPr>
          <a:xfrm>
            <a:off x="126554" y="2535337"/>
            <a:ext cx="8928992" cy="244827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2200" dirty="0">
                <a:solidFill>
                  <a:schemeClr val="tx1"/>
                </a:solidFill>
                <a:latin typeface="+mn-lt"/>
                <a:ea typeface="CMU Sans Serif" panose="02000603000000000000" pitchFamily="2" charset="0"/>
              </a:rPr>
              <a:t>Presenter: XXX</a:t>
            </a:r>
          </a:p>
          <a:p>
            <a:pPr>
              <a:lnSpc>
                <a:spcPct val="110000"/>
              </a:lnSpc>
            </a:pPr>
            <a:r>
              <a:rPr lang="en-US" altLang="ko-KR" sz="2200" dirty="0">
                <a:solidFill>
                  <a:schemeClr val="tx1"/>
                </a:solidFill>
                <a:latin typeface="+mn-lt"/>
                <a:ea typeface="CMU Sans Serif" panose="02000603000000000000" pitchFamily="2" charset="0"/>
              </a:rPr>
              <a:t>School of ECE, University of Seoul</a:t>
            </a:r>
          </a:p>
          <a:p>
            <a:pPr>
              <a:lnSpc>
                <a:spcPct val="110000"/>
              </a:lnSpc>
            </a:pPr>
            <a:r>
              <a:rPr lang="en-US" altLang="ko-KR" sz="2200" dirty="0">
                <a:solidFill>
                  <a:schemeClr val="tx1"/>
                </a:solidFill>
                <a:latin typeface="+mn-lt"/>
                <a:ea typeface="CMU Sans Serif" panose="02000603000000000000" pitchFamily="2" charset="0"/>
              </a:rPr>
              <a:t>20XX. XX. XX.</a:t>
            </a:r>
          </a:p>
        </p:txBody>
      </p:sp>
    </p:spTree>
    <p:extLst>
      <p:ext uri="{BB962C8B-B14F-4D97-AF65-F5344CB8AC3E}">
        <p14:creationId xmlns:p14="http://schemas.microsoft.com/office/powerpoint/2010/main" val="3779019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449" y="139782"/>
            <a:ext cx="9021537" cy="428384"/>
          </a:xfrm>
        </p:spPr>
        <p:txBody>
          <a:bodyPr/>
          <a:lstStyle/>
          <a:p>
            <a:r>
              <a:rPr lang="en-US" altLang="ko-KR" dirty="0"/>
              <a:t>Titles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583570"/>
            <a:ext cx="8640960" cy="4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2000" dirty="0">
                <a:ea typeface="CMU Sans Serif" panose="02000603000000000000" pitchFamily="50" charset="0"/>
                <a:cs typeface="CMU Sans Serif" panose="02000603000000000000" pitchFamily="50" charset="0"/>
              </a:rPr>
              <a:t>Contents</a:t>
            </a:r>
            <a:endParaRPr lang="en-US" altLang="ko-KR" sz="2000" dirty="0">
              <a:cs typeface="CMU Sans Serif" panose="02000603000000000000" pitchFamily="50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8CF5-47C4-46A2-B831-A8E921524969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6738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yunghoon_ver1">
      <a:majorFont>
        <a:latin typeface="Calibri"/>
        <a:ea typeface="Noto Sans KR"/>
        <a:cs typeface=""/>
      </a:majorFont>
      <a:minorFont>
        <a:latin typeface="Calibri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/>
      </a:spPr>
      <a:bodyPr rtlCol="0" anchor="ctr"/>
      <a:lstStyle>
        <a:defPPr algn="ctr">
          <a:defRPr sz="2400" dirty="0">
            <a:solidFill>
              <a:srgbClr val="0000FF"/>
            </a:solidFill>
            <a:latin typeface="CMU Sans Serif" panose="02000603000000000000" pitchFamily="50" charset="0"/>
            <a:cs typeface="CMU Sans Serif" panose="02000603000000000000" pitchFamily="5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5774140</TotalTime>
  <Words>25</Words>
  <Application>Microsoft Office PowerPoint</Application>
  <PresentationFormat>화면 슬라이드 쇼(4:3)</PresentationFormat>
  <Paragraphs>8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Noto Sans KR</vt:lpstr>
      <vt:lpstr>Calibri</vt:lpstr>
      <vt:lpstr>Arial</vt:lpstr>
      <vt:lpstr>CMU Sans Serif</vt:lpstr>
      <vt:lpstr>맑은 고딕</vt:lpstr>
      <vt:lpstr>Office 테마</vt:lpstr>
      <vt:lpstr>CDSL@UoS PPT Templates</vt:lpstr>
      <vt:lpstr>Titles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Gyunghoon</dc:creator>
  <cp:lastModifiedBy>user</cp:lastModifiedBy>
  <cp:revision>1888</cp:revision>
  <cp:lastPrinted>2018-07-12T08:58:56Z</cp:lastPrinted>
  <dcterms:created xsi:type="dcterms:W3CDTF">2012-11-27T04:49:02Z</dcterms:created>
  <dcterms:modified xsi:type="dcterms:W3CDTF">2023-09-20T05:40:52Z</dcterms:modified>
</cp:coreProperties>
</file>